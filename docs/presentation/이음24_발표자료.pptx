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안녕하세요, 이음24 팀의 팀장 김정진입니다. 저는 청년일자리도약장려금 운영기관에서 일했고, 지금도 기업의 지원금 신청을 돕고 있습니다. 그 현장에서 본 문제를 AI로 풀어 보려고 이 서비스를 만들었습니다. 이음24는 국민취업지원제도나 청년도전지원사업에 참여한 청년이 기업에 채용되고, 그 기업이 장려금 요건을 확인하기까지를 하나의 흐름으로 잇는 AI 서비스입니다. 오늘 보여드릴 화면은 실제 배포된 서비스이고, 사람과 회사는 모두 가상의 합성 데이터입니다.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먼저 문제입니다. 지원제도는 이미 있는데, 서비스를 쓸 세 사람이 서로의 사정을 모릅니다. 청년은 자기가 참여한 제도 이력이 채용에 도움이 되는지 모르고, 경험을 이력서로 정리하는 것도 어렵습니다. 기업은 장려금 요건이 복잡해서 포기하거나, 최저임금 같은 기본 조건을 놓칩니다. 고용센터 담당자는 6개월 뒤에 계약서와 급여 서류를 한꺼번에 받아 하나씩 대조하고, 빠진 서류는 다시 요청합니다. 그래서 저희의 타겟 사용자는 이 세 사람이고, 목표는 채용하는 순간부터 필요한 서류가 자연스럽게 쌓이게 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그래서 한 사이트 안에서 세 역할이 차례로 이어지게 만들었습니다. 구직자가 경험을 적으면 AI가 정리하고 맞는 공고를 추천합니다. 기업이 채용을 확정하면 표준근로계약서가 자동으로 만들어지고 양쪽이 서명합니다. 그다음 매달 급여명세서와 이체확인증이 대조되고, 담당자는 쌓인 기록으로 요건을 확인합니다. 핵심은 처음 입력한 정보가 끝까지 이어져서, 같은 서류를 다시 요청하는 일을 줄인다는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기술은 크게 세 덩어리로 보시면 됩니다. 첫째, 사용자가 보는 화면입니다. 구직자, 기업, 담당자 화면이 한 사이트에 있습니다. 둘째, 판단하는 서버입니다. 파이썬으로 만들어 Vercel에 올렸고, 장려금 지침과 최저임금법을 옮긴 규칙으로 판정합니다. 요청이 올 때만 켜져서 비용이 거의 들지 않습니다. 셋째, 읽고 쓰는 AI입니다. Claude가 포트폴리오 초안을 쓰고 서류 이미지를 읽습니다. 팀원이 GitHub에 올리면 제가 승인한 것만 자동으로 사이트에 반영되고, 데이터는 모두 가상 데이터를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AI를 어떻게 썼는지입니다. 원칙은 한 줄입니다. AI는 읽고 쓰고, 판단은 규칙이 하고, 결정은 사람이 합니다. 과제의 필수 기술 요소 중 두 가지를 핵심으로 넣었습니다. 첫째, 멀티모달 AI입니다. 수료증이나 이체확인증 같은 서류 이미지와 PDF를 AI가 읽습니다. 둘째, 자동화 워크플로우입니다. 기업이 채용 확정을 한 번 누르면 계약서, 매월 급여명세서, 이체 대조, 담당자 신청 건까지 자동으로 이어집니다. 여기에 생성형 AI가 경험을 포트폴리오로 바꿔 주고, 저장한 이력은 지원과 계약에 다시 쓰입니다. 지원금 판정처럼 틀리면 안 되는 일은 AI에 맡기지 않았습니다. AI가 원문에 없는 숫자를 쓰면 막고, 애매하면 '확인 필요'로 사람에게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첫 번째 시연, 구직자 포트폴리오입니다. 경험을 몇 줄 적으면 AI가 포트폴리오 초안을 써 주는데, 테스트해 보니 AI가 내가 쓴 말을 슬쩍 바꿨습니다. 위 예시에서 구직자는 엑셀과 SQL 기초, 시각화를 배웠다고만 썼는데, AI는 데이터 추출과 집계, 지표별 차트 생성이라고 바꿔 썼습니다. 아래 예시는 480시간 배웠다는 사실을 실무 중심의 개발 능력을 키웠다고 부풀렸습니다. 그래서 지금은 내 경험에 없는 말은 노란색, 과장 표현은 빨간 물결로 짚어 주고, 본인이 고친 뒤 확인을 체크해야 저장됩니다. 저장된 최종본은 표시 없이 기본 글꼴입니다. AI는 초안과 검토 포인트까지, 최종 결정은 본인이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두 번째, 기업 화면입니다. 정상 기업과 문제 있는 기업을 가상으로 만들어 실제 화면에서 등록해 봤습니다. 조건이 맞는 회사는 ‘연계 가능성 높음’이 나오고 바로 추천에 올라갑니다. 최저임금 미달, 계약직, 유흥업소, 주 28시간 미만이나 월 450만 원 초과 공고는 ‘연계 어려움’이 나오고, 차별 소지가 있는 문구는 ‘확인 필요’로 알려 줍니다. 결과마다 근거가 되는 지침과 법 조항이 함께 표시됩니다.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세 번째, 채용 확정입니다. 기업이 채용을 누르면 고용노동부 표준근로계약서에 공고 내용이 자동으로 채워집니다. 처음에는 최저임금보다 낮게 써도 저장이 됐는데, 실무에서는 위험하다고 판단해 지금은 저장 자체를 막고, 시급이 얼마로 계산됐는지와 어떤 법 조항에 걸리는지, 어떻게 고치면 되는지를 함께 보여 줍니다. 서명도 기업과 근로자가 따로 하도록 나눴습니다.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네 번째, 급여입니다. 매달 명세서를 발급하고, 기업이 은행 이체확인증 이미지를 올리면 AI가 읽고 규칙이 명세서와 맞춰 봅니다. 시행착오가 가장 많았던 부분입니다. 처음에는 AI가 은행 이름을 보낸 사람으로 읽거나 회사 이름을 잘못 읽어서, 정상인 달에도 ‘확인 필요’가 떴습니다. 읽는 방식을 바꿔 정상인 달은 모두 ‘일치’가 나오게 했고, 외부 검토에서 자동 보정이 지나치다는 지적을 받아, 애매한 경우는 사람에게 넘기도록 바꿨습니다. 다시 측정한 결과 합성 사례 18건이 모두 기대한 대로 나왔고, 실제로 3만 원 적게 보낸 달은 ‘불일치’로 잡아냅니다.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사용자 테스트와 피드백입니다. 교육생 다섯 명이 배포된 서비스를 직접 써 봤습니다. 개인정보를 쓰지 않으려고 팀원이 만든 가상 인물로 체험했습니다. 제가 직접 써 보니 포트폴리오에 같은 말이 반복돼서 간결하게 바꿨고, PDF를 올렸을 때 원인 모를 오류가 나서 이유를 알려 주게 고쳤습니다. 홍주 님은 오류를 직접 고쳤고, 지수 님은 AI가 원문에 없는 말을 덧붙인 12건을 찾아 검토 도우미로 이어졌습니다. 다른 교육생 두 분 중 김지은 님은 내 직무와 근로형태에 맞는 공공 교육사업도 연결해 주고, 지도로 주변 교육을 보고 싶다고 하셔서 다음 단계 계획에 넣었습니다. 손희영 님은 포트폴리오 생성 기능에 만족도가 높았다고 하셔서, 경험을 적고 AI 초안을 받아 본인이 확인하는 지금 흐름을 유지했습니다.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검증 결과입니다. 이 숫자들은 저희가 만든 합성 사례에서 기대한 결과대로 나왔다는 뜻이지, 실제 현장 정확도가 100%라는 뜻은 아닙니다. 지원제도 판정 100건, 잘못된 계약서 60건, 월별 서류 불일치 50건을 모두 잡았고, 정상 서류를 문제로 잘못 잡은 경우는 0건이었습니다. 자동 테스트 103개가 모두 통과합니다. 그리고 자동으로 확인하지 못한 요건은 ‘충족’으로 보이지 않고 담당자 확인 항목으로 따로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역할 분담입니다. 저는 실무 경험을 바탕으로 문제를 정의하고 지침을 규칙으로 옮겼으며, AI와 협업해 개발하고 배포했습니다. 홍주 님과 지수 님은 데이터 명세에 맞춰 구직자 데이터를 각각 6명, 7명 만들고, 서로 다른 AI 모델로 독립적으로 테스트했습니다. 홍주 님은 청년도전 경계 사례와 공고별 추천 차이를, 지수 님은 국취 경계와 군필 사례, 그리고 AI가 원문과 다르게 쓴 문장을 찾아냈습니다. 협업은 GitHub에서 각자 올리고 제가 승인한 것만 반영되도록 했고, 세 모델을 비교해 속도와 안정성의 균형이 좋은 Claude Haiku를 배포 모델로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마지막으로 배포 이후 방향입니다. 짧은 기간 안에 기능이 실제로 맞물려 돌아가는지 증명하는 데 집중했고, 다음은 운영을 붙이는 단계입니다. 첫째, 지금은 브라우저에 저장하지만, Firestore 같은 클라우드 저장소와 로그인을 붙이면 사용자별 이력이 장기 기억이 되고 어느 기기에서든 이어 쓸 수 있습니다. 둘째, 매달 쌓이는 급여와 이체 기록은 그 자체로 시계열 데이터라서, 고용유지에 이상 신호가 있는지, 언제 신청하면 되는지 예측할 수 있습니다. 셋째, 참여신청 기한과 월별 서류를 자동으로 알려 주는 알림을 붙이고, 넷째, 실사용 의견을 반영해 내 직무와 근로형태에 맞는 직업훈련 과정을 추천하고 지도로 주변 교육을 보여 주며, 고용24 실데이터를 연결하겠습니다.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